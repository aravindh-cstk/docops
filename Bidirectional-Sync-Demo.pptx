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D4EDD"/>
                </a:solidFill>
              </a:rPr>
              <a:t>Bidirectional Git↔CMS Sync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Automation &amp; Validation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❌ Manual documentation sync between Git and CMS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❌ Developers write docs in Git, tech writers manually enter into CMS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❌ CMS changes don't sync back to Git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❌ Risk of divergence and version conflicts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➜ Need: Automatic bidirectional sync with zero manual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Automatic bidirectional synchronization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Git → CMS: Push code, docs auto-create in CMS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CMS → Git: Publish entry in CMS, PR auto-created in Git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Single source of truth maintained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Eliminates manual entry and keeps both systems aligned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Architecture: Key Components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04672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Workflows for Git→CMS and CMS→Git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04672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</a:rPr>
              <a:t>Contentstack CMS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API endpoints for entry CRUD + webhooks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04672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</a:rPr>
              <a:t>Git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Markdown files with frontmatter metadata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04672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4EDD"/>
                </a:solidFill>
              </a:rPr>
              <a:t>Linting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Validates files before sync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Data Flow: 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📝 Developer pushes .md file to Git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GitHub Actions validates with linter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🚀 Creates/updates entry in Contentstack CMS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📤 Writer publishes entry in CMS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🔔 Webhook triggers GitHub 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583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✍️ PR auto-created in Git for tech team review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Why We Test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Prove the sync works in both directions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Catch edge cases before production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Document expected behavior for the team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Validate CREATE, UPDATE, DELETE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Test bidirectional webhook triggers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583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• Ensure data integrity throughout sync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1: CREATE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New file added to Git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Test Files: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TEST_add-users-to-assets.md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TEST_Create-a-Space.md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TEST_CustomField.md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New entries appear in CMS with correct metadata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Git→CMS sync for new content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2: UPDATE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Existing file modified (title, metadata)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Test Files: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TEST_add-users-to-assets_1update.md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TEST_Create-a-Space_1update.md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TEST_CustomField_1update.md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CMS entries updated with new metadata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Git→CMS sync for modifications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3: DELETE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File removed from Git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Test Files: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TEST_add-users-to-assets_1.md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TEST_Create-a-Space_1.md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TEST_CustomField_1.md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CMS entries unpublished/removed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Git→CMS sync for deletions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4: BATCH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Multiple files created simultaneously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Setup: All 9 test files across 3 content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cs-docs/assets (3 files)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api-docs (3 files)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sdk-docs (3 files)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All 9 entries created without conflicts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Concurrent multi-file sync capability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5: WEBHOOK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Publish entry directly in CMS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Setup: Create entry in Contentstack, click Publish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GitHub PR auto-created in docops repo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New .md file added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Frontmatter metadata populated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CMS→Git sync via webhook trigger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Test Case 6: UNPUBLISH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Scenario: Unpublish/delete entry in CMS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Setup: Find test entry in CMS, unpublish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Expected: GitHub PR auto-created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PR removes .md file from repo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  • Commit message references deletion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Validates: CMS deletion → Git sync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Live Demo: 6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1. Show test_gladys branch with 9 test files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2. Run ./lint-before-push.sh → Linting passes 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3. Show GitHub PR with all changes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4. Review GitHub Actions workflow config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5. Watch sync workflow execute in real-time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</a:rPr>
              <a:t>6. Verify entries in Contentstack CMS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Key Benefits: Before vs. After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❌ Manual CMS entry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657600" cy="548640"/>
          </a:xfrm>
          <a:prstGeom prst="rect">
            <a:avLst/>
          </a:prstGeom>
          <a:solidFill>
            <a:srgbClr val="CCFFCC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✅ Auto-create via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❌ Risk of divergence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solidFill>
            <a:srgbClr val="CCFFCC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✅ Single source (Git)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❌ No CMS→Git sync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3657600" cy="548640"/>
          </a:xfrm>
          <a:prstGeom prst="rect">
            <a:avLst/>
          </a:prstGeom>
          <a:solidFill>
            <a:srgbClr val="CCFFCC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✅ Webhook triggers PR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65760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❌ Lint errors in PR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108960"/>
            <a:ext cx="3657600" cy="548640"/>
          </a:xfrm>
          <a:prstGeom prst="rect">
            <a:avLst/>
          </a:prstGeom>
          <a:solidFill>
            <a:srgbClr val="CCFFCC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✅ Caught locally first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657600" cy="5486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❌ No test coverage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749040"/>
            <a:ext cx="3657600" cy="548640"/>
          </a:xfrm>
          <a:prstGeom prst="rect">
            <a:avLst/>
          </a:prstGeom>
          <a:solidFill>
            <a:srgbClr val="CCFFCC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</a:rPr>
              <a:t>✅ 8 test cases + checklist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Team Workflow: Developers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1️⃣  Write or modify .md files in Git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2️⃣  Run: ./lint-before-push.sh (catches errors locally)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3️⃣  Fix any linting issues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4️⃣  Create PR to main branch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5️⃣  GitHub Actions auto-syncs to CMS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583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Done! No manual CMS entry needed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Team Workflow: Technical Writers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1️⃣  Review synced entries in Contentstack CMS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2️⃣  Refine content/metadata as needed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3️⃣  Click Publish in CMS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4️⃣  Webhook auto-creates GitHub PR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5️⃣  Git PR reviewed and merged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583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Changes sync back to Git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Team Workflow: QA/Validation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1️⃣  Follow TEST-CASES.md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2️⃣  Verify all entries created in CMS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3️⃣  Test bidirectional flow (both directions)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4️⃣  Check data integrity (no duplicates, correct URLs)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5️⃣  Report results or issues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583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✅ Sign off when all tests pass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D4EDD"/>
                </a:solidFill>
              </a:rPr>
              <a:t>Post-Merge Validation Checklist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All 9 entries created in CMS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Titles match file names correctly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URLs are unique and correct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Content body synced properly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Entry status is Draft (not published)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No duplicate entries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Metadata fields populated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</a:rPr>
              <a:t>☐ All tests documented in TEST-CASES.md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D4EDD"/>
                </a:solidFill>
              </a:rPr>
              <a:t>Q&amp;A: Common Questions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</a:rPr>
              <a:t>Q: What if linting fails?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A: Developer fixes locally and pushes again.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</a:rPr>
              <a:t>Q: Can we roll back a sync?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A: Yes — delete CMS entry or Git file, next sync corrects it.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</a:rPr>
              <a:t>Q: What if both Git and CMS change?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A: We have reconciliation. Both directions can repair state.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4EDD"/>
                </a:solidFill>
              </a:rPr>
              <a:t>Q: How often can we sync?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A: No limit. Each merge/publish triggers sync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D4EDD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👨‍💻 Developers: Review LINT-WORKFLOW.md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✍️  Technical Writers: Review TEST-CASES.md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🧪 QA: Prepare validation environment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👥 All: Attend validation walkthrough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🚀 Ready to merge: test_gladys branch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4EDD"/>
                </a:solidFill>
              </a:rPr>
              <a:t>Questions? Contact: Gladys Daniel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2026-07-19T22:12:09Z</dcterms:created>
  <dcterms:modified xsi:type="dcterms:W3CDTF">2026-07-19T22:12:09Z</dcterms:modified>
</cp:coreProperties>
</file>